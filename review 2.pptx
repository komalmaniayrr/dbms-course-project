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22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95544"/>
            <a:ext cx="12191695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9456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2336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2064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8368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4944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8096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1248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7824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0976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87552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4128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60704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97280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33856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70432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2070080" y="5276088"/>
            <a:ext cx="0" cy="292608"/>
          </a:xfrm>
          <a:prstGeom prst="line">
            <a:avLst/>
          </a:prstGeom>
          <a:noFill/>
          <a:ln w="19050">
            <a:solidFill>
              <a:srgbClr val="2E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22960" y="1106424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 TICKET RESERVATION &amp;</a:t>
            </a:r>
            <a:endParaRPr lang="en-US" sz="3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 MANAGEMENT SYSTEM</a:t>
            </a:r>
            <a:endParaRPr lang="en-US" sz="38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Relational Database Management System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822960" y="3977640"/>
            <a:ext cx="3246120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2296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WEEK 7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   </a:t>
            </a: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  </a:t>
            </a: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&amp; SRS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5806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Komal Maniyar (25WU0102127)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</p:txBody>
      </p:sp>
      <p:pic>
        <p:nvPicPr>
          <p:cNvPr id="45" name="Picture 44" descr="A close-up of a logo&#10;&#10;AI-generated content may be incorrect.">
            <a:extLst>
              <a:ext uri="{FF2B5EF4-FFF2-40B4-BE49-F238E27FC236}">
                <a16:creationId xmlns:a16="http://schemas.microsoft.com/office/drawing/2014/main" id="{0FD24572-F675-35BD-FFA3-A5F63DCE0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13" y="8062"/>
            <a:ext cx="1471883" cy="8519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 &amp; objectives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23560" cy="470916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college-level reservation projects track a booking as a single origin-to-destination record. Real railway travel doesn't work that way — a train picks up and drops passengers at every stop along a route, and the same physical seat can legally be resold to a different passenger for a later, non-overlapping segment of the journey.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seat allocation isn't modelled segment-by-segment, two passengers can be handed the same seat on overlapping stretches of track, waitlists lose their ordering during cancellations, and refund/fare logic has nothing reliable to calculate from. This project designs a schema where the data itself prevents that class of error, rather than relying on the application layer to catch it after the fact.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222199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67728" y="21396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domain correctly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67728" y="24505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trains, stations, routes, stops, coaches, seats and schedules as a proper ER model, not a flat booking table.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327355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9224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31912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segment-wise seat logic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67728" y="35021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seat is available or blocked per stretch of the journey — not for the whole train run.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432511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42428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to 3NF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45537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redundancy and update anomalies before writing a single line of SQL.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537667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92240" y="5376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it with real constraints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56052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PK/FK, UNIQUE, NOT NULL, CHECK and DEFAULT — not application-side validation alone.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System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088575" y="6492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2</a:t>
            </a:r>
            <a:endParaRPr lang="en-US" sz="900" dirty="0"/>
          </a:p>
        </p:txBody>
      </p:sp>
      <p:pic>
        <p:nvPicPr>
          <p:cNvPr id="26" name="Picture 25" descr="A close-up of a logo&#10;&#10;AI-generated content may be incorrect.">
            <a:extLst>
              <a:ext uri="{FF2B5EF4-FFF2-40B4-BE49-F238E27FC236}">
                <a16:creationId xmlns:a16="http://schemas.microsoft.com/office/drawing/2014/main" id="{41A6C511-4FD7-BB78-57B3-8CFA050F2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0117" y="10886"/>
            <a:ext cx="1471883" cy="8519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236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It, What It Must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functional requirements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23444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801368"/>
            <a:ext cx="457200" cy="457200"/>
          </a:xfrm>
          <a:prstGeom prst="ellipse">
            <a:avLst/>
          </a:prstGeom>
          <a:solidFill>
            <a:srgbClr val="0B3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7465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0848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trains, books/cancels tickets, tracks waitlist and payment status.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49240" cy="123444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3218688"/>
            <a:ext cx="457200" cy="457200"/>
          </a:xfrm>
          <a:prstGeom prst="ellipse">
            <a:avLst/>
          </a:prstGeom>
          <a:solidFill>
            <a:srgbClr val="0B3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6382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Clerk / Admin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50215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schedules, fares, coach layouts and handles counter bookings.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349240" cy="123444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8114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(automated)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91947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waitlist promotion, seat-conflict checks and report generation on its own.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REQUIREMENTS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709928"/>
            <a:ext cx="201168" cy="201168"/>
          </a:xfrm>
          <a:prstGeom prst="rect">
            <a:avLst/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537960" y="17007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trains by route, date and available class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2395728"/>
            <a:ext cx="201168" cy="201168"/>
          </a:xfrm>
          <a:prstGeom prst="rect">
            <a:avLst/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537960" y="23317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segment-wise seat availability before confirming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3081528"/>
            <a:ext cx="201168" cy="201168"/>
          </a:xfrm>
          <a:prstGeom prst="rect">
            <a:avLst/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537960" y="3017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cancel and auto-promote from the waitlist in order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3767328"/>
            <a:ext cx="201168" cy="201168"/>
          </a:xfrm>
          <a:prstGeom prst="rect">
            <a:avLst/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537960" y="37033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fare by distance, class and route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4453128"/>
            <a:ext cx="201168" cy="201168"/>
          </a:xfrm>
          <a:prstGeom prst="rect">
            <a:avLst/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537960" y="43891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reconcile payments against bookings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5138928"/>
            <a:ext cx="201168" cy="201168"/>
          </a:xfrm>
          <a:prstGeom prst="rect">
            <a:avLst/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537960" y="5074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availability, occupancy, revenue and journey reports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System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088575" y="6492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3</a:t>
            </a:r>
            <a:endParaRPr lang="en-US" sz="900" dirty="0"/>
          </a:p>
        </p:txBody>
      </p:sp>
      <p:pic>
        <p:nvPicPr>
          <p:cNvPr id="35" name="Picture 34" descr="A close-up of a logo&#10;&#10;AI-generated content may be incorrect.">
            <a:extLst>
              <a:ext uri="{FF2B5EF4-FFF2-40B4-BE49-F238E27FC236}">
                <a16:creationId xmlns:a16="http://schemas.microsoft.com/office/drawing/2014/main" id="{A3860133-A1D4-25D9-B36D-A725D0C3F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13" y="-2824"/>
            <a:ext cx="1471883" cy="8519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 — ER Diagram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entities across infrastructure, train setup, booking and finance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82935" y="36445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System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088575" y="6492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4</a:t>
            </a:r>
            <a:endParaRPr lang="en-US" sz="900" dirty="0"/>
          </a:p>
        </p:txBody>
      </p:sp>
      <p:pic>
        <p:nvPicPr>
          <p:cNvPr id="15" name="Picture 14" descr="A close-up of a logo&#10;&#10;AI-generated content may be incorrect.">
            <a:extLst>
              <a:ext uri="{FF2B5EF4-FFF2-40B4-BE49-F238E27FC236}">
                <a16:creationId xmlns:a16="http://schemas.microsoft.com/office/drawing/2014/main" id="{3753FAE8-08CE-949C-9722-7C4AC49C9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13" y="-2824"/>
            <a:ext cx="1471883" cy="851908"/>
          </a:xfrm>
          <a:prstGeom prst="rect">
            <a:avLst/>
          </a:prstGeom>
        </p:spPr>
      </p:pic>
      <p:pic>
        <p:nvPicPr>
          <p:cNvPr id="17" name="Picture 16" descr="A diagram of a train&#10;&#10;AI-generated content may be incorrect.">
            <a:extLst>
              <a:ext uri="{FF2B5EF4-FFF2-40B4-BE49-F238E27FC236}">
                <a16:creationId xmlns:a16="http://schemas.microsoft.com/office/drawing/2014/main" id="{7A6BB0E7-5044-F9C1-30EF-188AC1D3E8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445"/>
          <a:stretch>
            <a:fillRect/>
          </a:stretch>
        </p:blipFill>
        <p:spPr>
          <a:xfrm>
            <a:off x="457200" y="1198298"/>
            <a:ext cx="10983686" cy="48994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base tables, grouped by function — normalization to 3NF happens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43200" cy="470916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743200" cy="502920"/>
          </a:xfrm>
          <a:prstGeom prst="rect">
            <a:avLst/>
          </a:prstGeom>
          <a:solidFill>
            <a:srgbClr val="0B3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59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station_id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route_id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97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train_id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Train_Stop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657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stop_id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47872" y="1508760"/>
            <a:ext cx="2743200" cy="470916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47872" y="1508760"/>
            <a:ext cx="274320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547872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SETUP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730752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2459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schedule_id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730752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30752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coach_id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730752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30752" y="4197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seat_id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47104" y="1508760"/>
            <a:ext cx="2743200" cy="470916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47104" y="1508760"/>
            <a:ext cx="2743200" cy="5029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547104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CORE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29984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29984" y="2459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passenger_id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729984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29984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booking_id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729984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Journey_Segment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29984" y="4197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segment_id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729984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729984" y="50657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waitlist_id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546336" y="1508760"/>
            <a:ext cx="2743200" cy="470916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46336" y="1508760"/>
            <a:ext cx="2743200" cy="502920"/>
          </a:xfrm>
          <a:prstGeom prst="rect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9546336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2459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fare_id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729216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729216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payment_id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System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088575" y="6492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5</a:t>
            </a:r>
            <a:endParaRPr lang="en-US" sz="900" dirty="0"/>
          </a:p>
        </p:txBody>
      </p:sp>
      <p:pic>
        <p:nvPicPr>
          <p:cNvPr id="44" name="Picture 43" descr="A close-up of a logo&#10;&#10;AI-generated content may be incorrect.">
            <a:extLst>
              <a:ext uri="{FF2B5EF4-FFF2-40B4-BE49-F238E27FC236}">
                <a16:creationId xmlns:a16="http://schemas.microsoft.com/office/drawing/2014/main" id="{61D146C1-6CA3-11A0-836C-048BE4F6B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13" y="-2824"/>
            <a:ext cx="1471883" cy="8519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 — Where We Stand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FOR THIS REVIEW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099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identified: segment-wise seat conflicts in naive booking designs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36829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users and functional requirements finalized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0266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ER diagram covering all 13 entities completed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8561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6850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relational schema with primary keys and FK relationships drafted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5257800" cy="4754880"/>
          </a:xfrm>
          <a:prstGeom prst="rect">
            <a:avLst/>
          </a:prstGeom>
          <a:solidFill>
            <a:srgbClr val="0F4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7208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TOWARD REVIEW 2 (WEEK 11)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148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148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the schema to 3NF and finalize constraints (CHECK, UNIQUE, DEFAULT)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1089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database in MySQL/PostgreSQL with sample data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4069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0690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Java/Python front end for search, booking and cancellation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5029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50292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working prototype with core reports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System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088575" y="6492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6</a:t>
            </a:r>
            <a:endParaRPr lang="en-US" sz="900" dirty="0"/>
          </a:p>
        </p:txBody>
      </p:sp>
      <p:pic>
        <p:nvPicPr>
          <p:cNvPr id="24" name="Picture 23" descr="A close-up of a logo&#10;&#10;AI-generated content may be incorrect.">
            <a:extLst>
              <a:ext uri="{FF2B5EF4-FFF2-40B4-BE49-F238E27FC236}">
                <a16:creationId xmlns:a16="http://schemas.microsoft.com/office/drawing/2014/main" id="{027A4398-A0E6-6E58-1205-6B59F8BF3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13" y="-2824"/>
            <a:ext cx="1471883" cy="8519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678</Words>
  <Application>Microsoft Macintosh PowerPoint</Application>
  <PresentationFormat>Widescreen</PresentationFormat>
  <Paragraphs>109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Heman Batra</cp:lastModifiedBy>
  <cp:revision>2</cp:revision>
  <dcterms:created xsi:type="dcterms:W3CDTF">2026-09-03T20:48:35Z</dcterms:created>
  <dcterms:modified xsi:type="dcterms:W3CDTF">2026-09-04T07:53:52Z</dcterms:modified>
</cp:coreProperties>
</file>